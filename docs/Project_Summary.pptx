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1920240"/>
          </a:xfrm>
          <a:prstGeom prst="rect">
            <a:avLst/>
          </a:prstGeom>
          <a:solidFill>
            <a:srgbClr val="278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ML Supervised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749039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B0F0"/>
                </a:solidFill>
              </a:rPr>
              <a:t>Customer Churn Prediction  |  FastAPI  |  RandomForest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497D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1F497D"/>
                </a:solidFill>
              </a:rPr>
              <a:t>➤  Project Overview &amp; Objectives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1F497D"/>
                </a:solidFill>
              </a:rPr>
              <a:t>➤  System Architecture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1F497D"/>
                </a:solidFill>
              </a:rPr>
              <a:t>➤  Machine Learning Model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1F497D"/>
                </a:solidFill>
              </a:rPr>
              <a:t>➤  API Endpoints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1F497D"/>
                </a:solidFill>
              </a:rPr>
              <a:t>➤  Testing Strategy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1F497D"/>
                </a:solidFill>
              </a:rPr>
              <a:t>➤  Technology Stack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1F497D"/>
                </a:solidFill>
              </a:rPr>
              <a:t>➤  How to Run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1F497D"/>
                </a:solidFill>
              </a:rPr>
              <a:t>➤  Future Improvements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B0F0"/>
                </a:solidFill>
              </a:rPr>
              <a:t>An end-to-end supervised ML pipeline that predicts whether a telecom customer will churn, deployed as a production-ready REST API.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 Generate labeled training data (1,000 customer records)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 Train a RandomForestClassifier with scikit-learn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 Serve predictions via FastAPI (JSON REST API)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 Validate correctness with an automated pytest suite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 Version-controlled on GitHub with clean .gitignore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497D"/>
                </a:solidFill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2743200" cy="2194560"/>
          </a:xfrm>
          <a:prstGeom prst="rect">
            <a:avLst/>
          </a:prstGeom>
          <a:solidFill>
            <a:srgbClr val="278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Data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2F2"/>
                </a:solidFill>
              </a:rPr>
              <a:t>data.py generates customer_churn.csv
1,000 rows  |  4 features  |  1 binary label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371600"/>
            <a:ext cx="2743200" cy="2194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417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Model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92024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2F2"/>
                </a:solidFill>
              </a:rPr>
              <a:t>train.py trains RandomForestClassifier
Saves serialised model as model.pkl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2743200" cy="2194560"/>
          </a:xfrm>
          <a:prstGeom prst="rect">
            <a:avLst/>
          </a:prstGeom>
          <a:solidFill>
            <a:srgbClr val="278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1417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API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192024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2F2"/>
                </a:solidFill>
              </a:rPr>
              <a:t>FastAPI loads model via model_loader.py
Exposes /health and /predict endpoints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9720" y="1371600"/>
            <a:ext cx="2743200" cy="2194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60" y="1417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Test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192024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2F2"/>
                </a:solidFill>
              </a:rPr>
              <a:t>pytest + FastAPI TestClient
Runs in-process — no live server needed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1F497D"/>
                </a:solidFill>
              </a:rPr>
              <a:t>Client  →  POST /predict  →  FastAPI  →  model_loader  →  RandomForest  →  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Machine Learning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560320" cy="38404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24688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</a:rPr>
              <a:t>Feature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1188720"/>
            <a:ext cx="1828800" cy="38404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54679" y="1225296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</a:rPr>
              <a:t>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1188720"/>
            <a:ext cx="3200400" cy="38404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4920" y="1225296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</a:rPr>
              <a:t>Range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72768"/>
            <a:ext cx="2560320" cy="384048"/>
          </a:xfrm>
          <a:prstGeom prst="rect">
            <a:avLst/>
          </a:prstGeom>
          <a:solidFill>
            <a:srgbClr val="278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09344"/>
            <a:ext cx="24688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1572768"/>
            <a:ext cx="1828800" cy="384048"/>
          </a:xfrm>
          <a:prstGeom prst="rect">
            <a:avLst/>
          </a:prstGeom>
          <a:solidFill>
            <a:srgbClr val="278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79" y="1609344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572768"/>
            <a:ext cx="3200400" cy="384048"/>
          </a:xfrm>
          <a:prstGeom prst="rect">
            <a:avLst/>
          </a:prstGeom>
          <a:solidFill>
            <a:srgbClr val="278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160934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18 – 70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956816"/>
            <a:ext cx="2560320" cy="38404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993392"/>
            <a:ext cx="24688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contract_type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1956816"/>
            <a:ext cx="1828800" cy="38404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54679" y="1993392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1956816"/>
            <a:ext cx="3200400" cy="38404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1993392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 = monthly, 1 = yearly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340864"/>
            <a:ext cx="2560320" cy="384048"/>
          </a:xfrm>
          <a:prstGeom prst="rect">
            <a:avLst/>
          </a:prstGeom>
          <a:solidFill>
            <a:srgbClr val="278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377440"/>
            <a:ext cx="24688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monthly_charges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08960" y="2340864"/>
            <a:ext cx="1828800" cy="384048"/>
          </a:xfrm>
          <a:prstGeom prst="rect">
            <a:avLst/>
          </a:prstGeom>
          <a:solidFill>
            <a:srgbClr val="278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54679" y="2377440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float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2340864"/>
            <a:ext cx="3200400" cy="384048"/>
          </a:xfrm>
          <a:prstGeom prst="rect">
            <a:avLst/>
          </a:prstGeom>
          <a:solidFill>
            <a:srgbClr val="278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2377440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£50 – £500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724912"/>
            <a:ext cx="2560320" cy="38404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2761488"/>
            <a:ext cx="24688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support_calls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08960" y="2724912"/>
            <a:ext cx="1828800" cy="38404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54679" y="276148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0" y="2724912"/>
            <a:ext cx="3200400" cy="38404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74920" y="2761488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 –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0F0"/>
                </a:solidFill>
              </a:rPr>
              <a:t>Algorithm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155448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 RandomForestClassifier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 100 estimators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 80 / 20 train-test split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 random_state = 42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 Output: 0 (stay) / 1 (churn)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 Probability score included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497D"/>
                </a:solidFill>
              </a:rPr>
              <a:t>API Endpoints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100584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389888"/>
            <a:ext cx="9692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97D"/>
                </a:solidFill>
              </a:rPr>
              <a:t>/health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Liveness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200 OK  |  {status, model_loaded}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34640"/>
            <a:ext cx="1005840" cy="365760"/>
          </a:xfrm>
          <a:prstGeom prst="rect">
            <a:avLst/>
          </a:prstGeom>
          <a:solidFill>
            <a:srgbClr val="278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852928"/>
            <a:ext cx="9692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97D"/>
                </a:solidFill>
              </a:rPr>
              <a:t>/predict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834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Churn 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200 OK  |  {prediction, probability, model_version}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297680"/>
            <a:ext cx="100584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4315968"/>
            <a:ext cx="9692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97D"/>
                </a:solidFill>
              </a:rPr>
              <a:t>/docs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297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Swagger UI (auto-gen)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09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Interactive browser docs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Testing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 Framework: pytest + FastAPI TestClient (no live server needed)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 test_health_endpoint — asserts GET /health returns HTTP 200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 test_predict_endpoint — asserts POST /predict returns 200 and prediction in {0, 1}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0F0"/>
                </a:solidFill>
              </a:rPr>
              <a:t>Run command: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10972800" cy="640080"/>
          </a:xfrm>
          <a:prstGeom prst="rect">
            <a:avLst/>
          </a:prstGeom>
          <a:solidFill>
            <a:srgbClr val="0D0D0D"/>
          </a:solidFill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FF80"/>
                </a:solidFill>
              </a:rPr>
              <a:t>  python -m pytest test/test_api.py -v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497D"/>
                </a:solidFill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394960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533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Python 3.11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F2F2"/>
                </a:solidFill>
              </a:rPr>
              <a:t>Core language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14600"/>
            <a:ext cx="5394960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5877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scikit-learn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F2F2"/>
                </a:solidFill>
              </a:rPr>
              <a:t>ML model training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49039"/>
            <a:ext cx="5394960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822191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2519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F2F2"/>
                </a:solidFill>
              </a:rPr>
              <a:t>REST API framework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983480"/>
            <a:ext cx="5394960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0566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Uvicorn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486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F2F2"/>
                </a:solidFill>
              </a:rPr>
              <a:t>ASGI server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280160"/>
            <a:ext cx="5394960" cy="1005840"/>
          </a:xfrm>
          <a:prstGeom prst="rect">
            <a:avLst/>
          </a:prstGeom>
          <a:solidFill>
            <a:srgbClr val="278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3533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Pydantic 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783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F2F2"/>
                </a:solidFill>
              </a:rPr>
              <a:t>Request / response validation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514600"/>
            <a:ext cx="5394960" cy="1005840"/>
          </a:xfrm>
          <a:prstGeom prst="rect">
            <a:avLst/>
          </a:prstGeom>
          <a:solidFill>
            <a:srgbClr val="278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5877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pytest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0175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F2F2"/>
                </a:solidFill>
              </a:rPr>
              <a:t>Automated testing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749039"/>
            <a:ext cx="5394960" cy="1005840"/>
          </a:xfrm>
          <a:prstGeom prst="rect">
            <a:avLst/>
          </a:prstGeom>
          <a:solidFill>
            <a:srgbClr val="278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822191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Git / GitHub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2519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F2F2"/>
                </a:solidFill>
              </a:rPr>
              <a:t>Version control &amp; hosting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to Run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1188720"/>
            <a:ext cx="502920" cy="50292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16152"/>
            <a:ext cx="50292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497D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Generate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188720"/>
            <a:ext cx="7498079" cy="457200"/>
          </a:xfrm>
          <a:prstGeom prst="rect">
            <a:avLst/>
          </a:prstGeom>
          <a:solidFill>
            <a:srgbClr val="0D0D0D"/>
          </a:solidFill>
        </p:spPr>
        <p:txBody>
          <a:bodyPr wrap="none">
            <a:spAutoFit/>
          </a:bodyPr>
          <a:lstStyle/>
          <a:p>
            <a:r>
              <a:rPr sz="1300">
                <a:solidFill>
                  <a:srgbClr val="00FF80"/>
                </a:solidFill>
              </a:rPr>
              <a:t>  python day1_ml/data/data.py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2194560"/>
            <a:ext cx="502920" cy="50292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221992"/>
            <a:ext cx="50292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497D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Train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194560"/>
            <a:ext cx="7498079" cy="457200"/>
          </a:xfrm>
          <a:prstGeom prst="rect">
            <a:avLst/>
          </a:prstGeom>
          <a:solidFill>
            <a:srgbClr val="0D0D0D"/>
          </a:solidFill>
        </p:spPr>
        <p:txBody>
          <a:bodyPr wrap="none">
            <a:spAutoFit/>
          </a:bodyPr>
          <a:lstStyle/>
          <a:p>
            <a:r>
              <a:rPr sz="1300">
                <a:solidFill>
                  <a:srgbClr val="00FF80"/>
                </a:solidFill>
              </a:rPr>
              <a:t>  python day1_ml/project_1/train.py</a:t>
            </a:r>
          </a:p>
        </p:txBody>
      </p:sp>
      <p:sp>
        <p:nvSpPr>
          <p:cNvPr id="12" name="Oval 11"/>
          <p:cNvSpPr/>
          <p:nvPr/>
        </p:nvSpPr>
        <p:spPr>
          <a:xfrm>
            <a:off x="274320" y="3200400"/>
            <a:ext cx="502920" cy="50292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227832"/>
            <a:ext cx="50292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497D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00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Start API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200400"/>
            <a:ext cx="7498079" cy="457200"/>
          </a:xfrm>
          <a:prstGeom prst="rect">
            <a:avLst/>
          </a:prstGeom>
          <a:solidFill>
            <a:srgbClr val="0D0D0D"/>
          </a:solidFill>
        </p:spPr>
        <p:txBody>
          <a:bodyPr wrap="none">
            <a:spAutoFit/>
          </a:bodyPr>
          <a:lstStyle/>
          <a:p>
            <a:r>
              <a:rPr sz="1300">
                <a:solidFill>
                  <a:srgbClr val="00FF80"/>
                </a:solidFill>
              </a:rPr>
              <a:t>  uvicorn app.main:app --host 0.0.0.0 --port 8000</a:t>
            </a:r>
          </a:p>
        </p:txBody>
      </p:sp>
      <p:sp>
        <p:nvSpPr>
          <p:cNvPr id="16" name="Oval 15"/>
          <p:cNvSpPr/>
          <p:nvPr/>
        </p:nvSpPr>
        <p:spPr>
          <a:xfrm>
            <a:off x="274320" y="4206240"/>
            <a:ext cx="502920" cy="50292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233672"/>
            <a:ext cx="50292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497D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06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Run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206240"/>
            <a:ext cx="7498079" cy="457200"/>
          </a:xfrm>
          <a:prstGeom prst="rect">
            <a:avLst/>
          </a:prstGeom>
          <a:solidFill>
            <a:srgbClr val="0D0D0D"/>
          </a:solidFill>
        </p:spPr>
        <p:txBody>
          <a:bodyPr wrap="none">
            <a:spAutoFit/>
          </a:bodyPr>
          <a:lstStyle/>
          <a:p>
            <a:r>
              <a:rPr sz="1300">
                <a:solidFill>
                  <a:srgbClr val="00FF80"/>
                </a:solidFill>
              </a:rPr>
              <a:t>  python -m pytest test/test_api.py -v</a:t>
            </a:r>
          </a:p>
        </p:txBody>
      </p:sp>
      <p:sp>
        <p:nvSpPr>
          <p:cNvPr id="20" name="Oval 19"/>
          <p:cNvSpPr/>
          <p:nvPr/>
        </p:nvSpPr>
        <p:spPr>
          <a:xfrm>
            <a:off x="274320" y="5212080"/>
            <a:ext cx="502920" cy="50292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5239512"/>
            <a:ext cx="50292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497D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12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Open API Docs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212080"/>
            <a:ext cx="7498079" cy="457200"/>
          </a:xfrm>
          <a:prstGeom prst="rect">
            <a:avLst/>
          </a:prstGeom>
          <a:solidFill>
            <a:srgbClr val="0D0D0D"/>
          </a:solidFill>
        </p:spPr>
        <p:txBody>
          <a:bodyPr wrap="none">
            <a:spAutoFit/>
          </a:bodyPr>
          <a:lstStyle/>
          <a:p>
            <a:r>
              <a:rPr sz="1300">
                <a:solidFill>
                  <a:srgbClr val="00FF80"/>
                </a:solidFill>
              </a:rPr>
              <a:t>  http://localhost:8000/docs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497D"/>
                </a:solidFill>
              </a:rPr>
              <a:t>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1F497D"/>
                </a:solidFill>
              </a:rPr>
              <a:t>➤  Add POST /retrain endpoint to accept new CSV data and retrain on-demand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F497D"/>
                </a:solidFill>
              </a:rPr>
              <a:t>➤  Integrate MLflow for experiment tracking, metrics, and model versioning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F497D"/>
                </a:solidFill>
              </a:rPr>
              <a:t>➤  Build a GitHub Actions CI/CD pipeline — auto-test on every push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F497D"/>
                </a:solidFill>
              </a:rPr>
              <a:t>➤  Deploy to cloud (AWS / GCP / Azure) behind a load balancer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F497D"/>
                </a:solidFill>
              </a:rPr>
              <a:t>➤  Add JWT / API-key authentication to the /predict endpoint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F497D"/>
                </a:solidFill>
              </a:rPr>
              <a:t>➤  Build a Streamlit dashboard for non-technical stakeholders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88952" cy="1463040"/>
          </a:xfrm>
          <a:prstGeom prst="rect">
            <a:avLst/>
          </a:prstGeom>
          <a:solidFill>
            <a:srgbClr val="278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06324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7548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B0F0"/>
                </a:solidFill>
              </a:rPr>
              <a:t>github.com/nikhil2sharma/ML-Supervised_Learning-Test_Linear_Reg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